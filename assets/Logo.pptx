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F4DA6-74CE-6841-A100-6D371FBB4D91}" v="5" dt="2024-02-14T02:53:05.727"/>
    <p1510:client id="{A7A917CD-583C-BB4D-BCB8-76053B22D6D0}" v="43" dt="2024-02-14T04:48:02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96"/>
    <p:restoredTop sz="96292"/>
  </p:normalViewPr>
  <p:slideViewPr>
    <p:cSldViewPr snapToGrid="0">
      <p:cViewPr varScale="1">
        <p:scale>
          <a:sx n="80" d="100"/>
          <a:sy n="80" d="100"/>
        </p:scale>
        <p:origin x="1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e CHEN" userId="244bea89-2906-4abb-8d1e-86a7f2744181" providerId="ADAL" clId="{A7A917CD-583C-BB4D-BCB8-76053B22D6D0}"/>
    <pc:docChg chg="undo custSel modSld">
      <pc:chgData name="Jie CHEN" userId="244bea89-2906-4abb-8d1e-86a7f2744181" providerId="ADAL" clId="{A7A917CD-583C-BB4D-BCB8-76053B22D6D0}" dt="2024-02-14T04:48:50.086" v="205" actId="1076"/>
      <pc:docMkLst>
        <pc:docMk/>
      </pc:docMkLst>
      <pc:sldChg chg="addSp delSp modSp mod setBg">
        <pc:chgData name="Jie CHEN" userId="244bea89-2906-4abb-8d1e-86a7f2744181" providerId="ADAL" clId="{A7A917CD-583C-BB4D-BCB8-76053B22D6D0}" dt="2024-02-14T04:48:50.086" v="205" actId="1076"/>
        <pc:sldMkLst>
          <pc:docMk/>
          <pc:sldMk cId="2276659683" sldId="259"/>
        </pc:sldMkLst>
        <pc:spChg chg="add mod">
          <ac:chgData name="Jie CHEN" userId="244bea89-2906-4abb-8d1e-86a7f2744181" providerId="ADAL" clId="{A7A917CD-583C-BB4D-BCB8-76053B22D6D0}" dt="2024-02-14T04:09:22.997" v="139" actId="1037"/>
          <ac:spMkLst>
            <pc:docMk/>
            <pc:sldMk cId="2276659683" sldId="259"/>
            <ac:spMk id="2" creationId="{3D9E27F7-B71C-9298-9FB6-808867FAB1E7}"/>
          </ac:spMkLst>
        </pc:spChg>
        <pc:spChg chg="add mod">
          <ac:chgData name="Jie CHEN" userId="244bea89-2906-4abb-8d1e-86a7f2744181" providerId="ADAL" clId="{A7A917CD-583C-BB4D-BCB8-76053B22D6D0}" dt="2024-02-14T04:10:46.045" v="163" actId="14100"/>
          <ac:spMkLst>
            <pc:docMk/>
            <pc:sldMk cId="2276659683" sldId="259"/>
            <ac:spMk id="3" creationId="{5F6A3BED-89F2-E45E-E350-A8C41B070B18}"/>
          </ac:spMkLst>
        </pc:spChg>
        <pc:spChg chg="add mod">
          <ac:chgData name="Jie CHEN" userId="244bea89-2906-4abb-8d1e-86a7f2744181" providerId="ADAL" clId="{A7A917CD-583C-BB4D-BCB8-76053B22D6D0}" dt="2024-02-14T04:10:49.241" v="164" actId="14100"/>
          <ac:spMkLst>
            <pc:docMk/>
            <pc:sldMk cId="2276659683" sldId="259"/>
            <ac:spMk id="4" creationId="{5B9D93AE-9AE5-B7C6-FC9F-C9261046C6B6}"/>
          </ac:spMkLst>
        </pc:spChg>
        <pc:spChg chg="add del mod">
          <ac:chgData name="Jie CHEN" userId="244bea89-2906-4abb-8d1e-86a7f2744181" providerId="ADAL" clId="{A7A917CD-583C-BB4D-BCB8-76053B22D6D0}" dt="2024-02-14T04:10:50.934" v="165" actId="478"/>
          <ac:spMkLst>
            <pc:docMk/>
            <pc:sldMk cId="2276659683" sldId="259"/>
            <ac:spMk id="5" creationId="{0A806AF7-683B-2D2B-A31B-A99027A5CC8C}"/>
          </ac:spMkLst>
        </pc:spChg>
        <pc:spChg chg="add del mod">
          <ac:chgData name="Jie CHEN" userId="244bea89-2906-4abb-8d1e-86a7f2744181" providerId="ADAL" clId="{A7A917CD-583C-BB4D-BCB8-76053B22D6D0}" dt="2024-02-14T04:11:11.475" v="168" actId="478"/>
          <ac:spMkLst>
            <pc:docMk/>
            <pc:sldMk cId="2276659683" sldId="259"/>
            <ac:spMk id="8" creationId="{DC0676F7-422A-7895-3A8F-69C3BADC23FB}"/>
          </ac:spMkLst>
        </pc:spChg>
        <pc:spChg chg="add del mod">
          <ac:chgData name="Jie CHEN" userId="244bea89-2906-4abb-8d1e-86a7f2744181" providerId="ADAL" clId="{A7A917CD-583C-BB4D-BCB8-76053B22D6D0}" dt="2024-02-14T04:11:31.869" v="174" actId="478"/>
          <ac:spMkLst>
            <pc:docMk/>
            <pc:sldMk cId="2276659683" sldId="259"/>
            <ac:spMk id="13" creationId="{AF54B401-09AA-3F3A-2DB7-D071998C52FA}"/>
          </ac:spMkLst>
        </pc:spChg>
        <pc:spChg chg="add del mod">
          <ac:chgData name="Jie CHEN" userId="244bea89-2906-4abb-8d1e-86a7f2744181" providerId="ADAL" clId="{A7A917CD-583C-BB4D-BCB8-76053B22D6D0}" dt="2024-02-14T04:11:31.071" v="173" actId="478"/>
          <ac:spMkLst>
            <pc:docMk/>
            <pc:sldMk cId="2276659683" sldId="259"/>
            <ac:spMk id="15" creationId="{AD244CE7-C8DD-CED6-8B93-A14265462352}"/>
          </ac:spMkLst>
        </pc:spChg>
        <pc:spChg chg="add mod">
          <ac:chgData name="Jie CHEN" userId="244bea89-2906-4abb-8d1e-86a7f2744181" providerId="ADAL" clId="{A7A917CD-583C-BB4D-BCB8-76053B22D6D0}" dt="2024-02-14T04:48:50.086" v="205" actId="1076"/>
          <ac:spMkLst>
            <pc:docMk/>
            <pc:sldMk cId="2276659683" sldId="259"/>
            <ac:spMk id="19" creationId="{6B3214AE-ED7E-688C-75AA-525A5E30BD8A}"/>
          </ac:spMkLst>
        </pc:spChg>
        <pc:spChg chg="topLvl">
          <ac:chgData name="Jie CHEN" userId="244bea89-2906-4abb-8d1e-86a7f2744181" providerId="ADAL" clId="{A7A917CD-583C-BB4D-BCB8-76053B22D6D0}" dt="2024-02-14T04:11:39.368" v="175" actId="165"/>
          <ac:spMkLst>
            <pc:docMk/>
            <pc:sldMk cId="2276659683" sldId="259"/>
            <ac:spMk id="29" creationId="{36CBB4D6-0BEB-3BE8-F341-1F254AC81B33}"/>
          </ac:spMkLst>
        </pc:spChg>
        <pc:spChg chg="topLvl">
          <ac:chgData name="Jie CHEN" userId="244bea89-2906-4abb-8d1e-86a7f2744181" providerId="ADAL" clId="{A7A917CD-583C-BB4D-BCB8-76053B22D6D0}" dt="2024-02-14T04:11:39.368" v="175" actId="165"/>
          <ac:spMkLst>
            <pc:docMk/>
            <pc:sldMk cId="2276659683" sldId="259"/>
            <ac:spMk id="30" creationId="{F583D4A5-53C9-2EA9-7FE6-8303412B4A9F}"/>
          </ac:spMkLst>
        </pc:spChg>
        <pc:spChg chg="topLvl">
          <ac:chgData name="Jie CHEN" userId="244bea89-2906-4abb-8d1e-86a7f2744181" providerId="ADAL" clId="{A7A917CD-583C-BB4D-BCB8-76053B22D6D0}" dt="2024-02-14T04:11:39.368" v="175" actId="165"/>
          <ac:spMkLst>
            <pc:docMk/>
            <pc:sldMk cId="2276659683" sldId="259"/>
            <ac:spMk id="31" creationId="{0AFF3CA7-3AA2-B50A-F8F5-9400BF6B014D}"/>
          </ac:spMkLst>
        </pc:spChg>
        <pc:spChg chg="mod topLvl">
          <ac:chgData name="Jie CHEN" userId="244bea89-2906-4abb-8d1e-86a7f2744181" providerId="ADAL" clId="{A7A917CD-583C-BB4D-BCB8-76053B22D6D0}" dt="2024-02-14T04:11:39.368" v="175" actId="165"/>
          <ac:spMkLst>
            <pc:docMk/>
            <pc:sldMk cId="2276659683" sldId="259"/>
            <ac:spMk id="32" creationId="{C172E906-F4F1-70E8-E755-7791FD92FC5E}"/>
          </ac:spMkLst>
        </pc:spChg>
        <pc:spChg chg="del mod">
          <ac:chgData name="Jie CHEN" userId="244bea89-2906-4abb-8d1e-86a7f2744181" providerId="ADAL" clId="{A7A917CD-583C-BB4D-BCB8-76053B22D6D0}" dt="2024-02-14T04:07:54.323" v="109" actId="478"/>
          <ac:spMkLst>
            <pc:docMk/>
            <pc:sldMk cId="2276659683" sldId="259"/>
            <ac:spMk id="33" creationId="{953E74C0-C347-338B-468A-58D2B2371AD1}"/>
          </ac:spMkLst>
        </pc:spChg>
        <pc:spChg chg="del">
          <ac:chgData name="Jie CHEN" userId="244bea89-2906-4abb-8d1e-86a7f2744181" providerId="ADAL" clId="{A7A917CD-583C-BB4D-BCB8-76053B22D6D0}" dt="2024-02-14T04:07:04.480" v="82" actId="478"/>
          <ac:spMkLst>
            <pc:docMk/>
            <pc:sldMk cId="2276659683" sldId="259"/>
            <ac:spMk id="34" creationId="{E55B8119-6723-2D88-F28E-F17C43C4FD7F}"/>
          </ac:spMkLst>
        </pc:spChg>
        <pc:spChg chg="del">
          <ac:chgData name="Jie CHEN" userId="244bea89-2906-4abb-8d1e-86a7f2744181" providerId="ADAL" clId="{A7A917CD-583C-BB4D-BCB8-76053B22D6D0}" dt="2024-02-14T04:07:57.165" v="110" actId="478"/>
          <ac:spMkLst>
            <pc:docMk/>
            <pc:sldMk cId="2276659683" sldId="259"/>
            <ac:spMk id="35" creationId="{E3E1C860-48B9-C511-A672-CDEE5EB56C91}"/>
          </ac:spMkLst>
        </pc:spChg>
        <pc:spChg chg="del topLvl">
          <ac:chgData name="Jie CHEN" userId="244bea89-2906-4abb-8d1e-86a7f2744181" providerId="ADAL" clId="{A7A917CD-583C-BB4D-BCB8-76053B22D6D0}" dt="2024-02-14T04:11:46.635" v="176" actId="478"/>
          <ac:spMkLst>
            <pc:docMk/>
            <pc:sldMk cId="2276659683" sldId="259"/>
            <ac:spMk id="36" creationId="{10DC8A20-2D3A-B85C-75F5-9322CA36D084}"/>
          </ac:spMkLst>
        </pc:spChg>
        <pc:grpChg chg="add mod">
          <ac:chgData name="Jie CHEN" userId="244bea89-2906-4abb-8d1e-86a7f2744181" providerId="ADAL" clId="{A7A917CD-583C-BB4D-BCB8-76053B22D6D0}" dt="2024-02-14T04:47:54.655" v="178" actId="1076"/>
          <ac:grpSpMkLst>
            <pc:docMk/>
            <pc:sldMk cId="2276659683" sldId="259"/>
            <ac:grpSpMk id="17" creationId="{8CF3A9A9-7B2F-6B9D-7FB3-01FFED1683F5}"/>
          </ac:grpSpMkLst>
        </pc:grpChg>
        <pc:grpChg chg="del">
          <ac:chgData name="Jie CHEN" userId="244bea89-2906-4abb-8d1e-86a7f2744181" providerId="ADAL" clId="{A7A917CD-583C-BB4D-BCB8-76053B22D6D0}" dt="2024-02-14T03:54:26.031" v="0" actId="21"/>
          <ac:grpSpMkLst>
            <pc:docMk/>
            <pc:sldMk cId="2276659683" sldId="259"/>
            <ac:grpSpMk id="18" creationId="{D11BE0F9-6698-6033-C2F6-DF1621135BA7}"/>
          </ac:grpSpMkLst>
        </pc:grpChg>
        <pc:grpChg chg="add del mod">
          <ac:chgData name="Jie CHEN" userId="244bea89-2906-4abb-8d1e-86a7f2744181" providerId="ADAL" clId="{A7A917CD-583C-BB4D-BCB8-76053B22D6D0}" dt="2024-02-14T04:11:39.368" v="175" actId="165"/>
          <ac:grpSpMkLst>
            <pc:docMk/>
            <pc:sldMk cId="2276659683" sldId="259"/>
            <ac:grpSpMk id="28" creationId="{B9C34021-6B1F-C74D-9124-F4510B2A33AD}"/>
          </ac:grpSpMkLst>
        </pc:grpChg>
      </pc:sldChg>
      <pc:sldChg chg="addSp modSp mod">
        <pc:chgData name="Jie CHEN" userId="244bea89-2906-4abb-8d1e-86a7f2744181" providerId="ADAL" clId="{A7A917CD-583C-BB4D-BCB8-76053B22D6D0}" dt="2024-02-14T03:54:55.650" v="8" actId="1076"/>
        <pc:sldMkLst>
          <pc:docMk/>
          <pc:sldMk cId="2543886087" sldId="260"/>
        </pc:sldMkLst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0" creationId="{21D0088A-95BC-9B43-F600-D771AFF0FE4A}"/>
          </ac:spMkLst>
        </pc:spChg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1" creationId="{523048F5-56D7-2906-7240-2EF314F12027}"/>
          </ac:spMkLst>
        </pc:spChg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2" creationId="{8831969E-1F99-3CEF-A5AF-6662A0CBBAFE}"/>
          </ac:spMkLst>
        </pc:spChg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3" creationId="{7F2FCE17-1573-8F28-42EE-979450E5D0BA}"/>
          </ac:spMkLst>
        </pc:spChg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4" creationId="{9418D782-AF50-A6BE-1681-AB447402EA69}"/>
          </ac:spMkLst>
        </pc:spChg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5" creationId="{94CECEE1-417E-3655-B39A-DA180DD88995}"/>
          </ac:spMkLst>
        </pc:spChg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6" creationId="{99B7DFC0-DDDB-2577-A094-18B10D4FAC60}"/>
          </ac:spMkLst>
        </pc:spChg>
        <pc:spChg chg="mod">
          <ac:chgData name="Jie CHEN" userId="244bea89-2906-4abb-8d1e-86a7f2744181" providerId="ADAL" clId="{A7A917CD-583C-BB4D-BCB8-76053B22D6D0}" dt="2024-02-14T03:54:35.100" v="2"/>
          <ac:spMkLst>
            <pc:docMk/>
            <pc:sldMk cId="2543886087" sldId="260"/>
            <ac:spMk id="37" creationId="{500A4F3D-D311-B3EE-641F-8397F2780B98}"/>
          </ac:spMkLst>
        </pc:spChg>
        <pc:grpChg chg="mod">
          <ac:chgData name="Jie CHEN" userId="244bea89-2906-4abb-8d1e-86a7f2744181" providerId="ADAL" clId="{A7A917CD-583C-BB4D-BCB8-76053B22D6D0}" dt="2024-02-14T03:54:52.501" v="7" actId="1076"/>
          <ac:grpSpMkLst>
            <pc:docMk/>
            <pc:sldMk cId="2543886087" sldId="260"/>
            <ac:grpSpMk id="2" creationId="{3C66DAF2-C14A-6CF1-EAF2-D101C8FCE7B8}"/>
          </ac:grpSpMkLst>
        </pc:grpChg>
        <pc:grpChg chg="mod">
          <ac:chgData name="Jie CHEN" userId="244bea89-2906-4abb-8d1e-86a7f2744181" providerId="ADAL" clId="{A7A917CD-583C-BB4D-BCB8-76053B22D6D0}" dt="2024-02-14T03:54:49.584" v="5" actId="1076"/>
          <ac:grpSpMkLst>
            <pc:docMk/>
            <pc:sldMk cId="2543886087" sldId="260"/>
            <ac:grpSpMk id="18" creationId="{9B54642D-E256-29CA-1FE0-DEF680AE0640}"/>
          </ac:grpSpMkLst>
        </pc:grpChg>
        <pc:grpChg chg="mod">
          <ac:chgData name="Jie CHEN" userId="244bea89-2906-4abb-8d1e-86a7f2744181" providerId="ADAL" clId="{A7A917CD-583C-BB4D-BCB8-76053B22D6D0}" dt="2024-02-14T03:54:51.407" v="6" actId="1076"/>
          <ac:grpSpMkLst>
            <pc:docMk/>
            <pc:sldMk cId="2543886087" sldId="260"/>
            <ac:grpSpMk id="19" creationId="{F985BB96-AF66-88D6-62CD-EA47E263C1A9}"/>
          </ac:grpSpMkLst>
        </pc:grpChg>
        <pc:grpChg chg="add mod">
          <ac:chgData name="Jie CHEN" userId="244bea89-2906-4abb-8d1e-86a7f2744181" providerId="ADAL" clId="{A7A917CD-583C-BB4D-BCB8-76053B22D6D0}" dt="2024-02-14T03:54:55.650" v="8" actId="1076"/>
          <ac:grpSpMkLst>
            <pc:docMk/>
            <pc:sldMk cId="2543886087" sldId="260"/>
            <ac:grpSpMk id="29" creationId="{72617146-C91D-5818-5A41-29A8E2237913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4E378-79CA-6673-F146-919AA5A7E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362BD-E8E1-4120-BEFD-0673C8C0D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E80BB-7359-0B7F-E4B0-FC11384F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41912-26A9-FB8C-AD6B-47432E75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FD60-301A-A366-8D8B-1B64BAE4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3A61-8A39-0D8D-A644-332ADDAC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02B4-8AE1-7134-B4BB-9F62E7FA2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A3B40-74C1-B7DB-65CE-C7E5FE5A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32C46-7844-9636-C950-75021CCC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181B4-132E-C3AC-15EA-4E40DBA9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4AD5-636D-9BDF-1C56-7435CEB1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31D6-17BC-8E3D-7E50-A29EE254B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9A37-6B2B-80FF-26F8-12DF000A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DC04F-7D1F-94D8-A777-DD28457B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55891-3431-3E12-C183-0664CF92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6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56FF-D98B-FFDF-8A05-0B86EB4F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1112-BCAF-DDBB-DD23-62A6C130B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4F8C3-1AA3-127E-3EF3-D41D4759E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7E79F-E611-C742-9BAB-98CAE083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05BF-00B9-4727-B3FD-27C8ECCE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1DED0-96FA-6CDE-4017-1A878B04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1833-1647-5E86-5191-711C53D4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509E6-6049-C062-6606-21BADF929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B5E05-BACF-5901-C508-8092C96BE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9C1EC-AEE7-13DA-54FC-A226522CB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B087D-BA12-27B2-5374-A07F6F7F1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AD93A6-1DEB-7191-916F-991062D9C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C724F3-157E-9CF6-EFAE-201076BA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A3D4D-3845-8C46-37EF-D3857A27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2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2CFD-5D1F-2699-7B5C-A4D76BC6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D8DB0-B4B3-36F1-331D-0510E701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F1CCE-70E1-AEB1-E291-261A809A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74D89-64BC-34A7-2178-E5255C91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6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15732-4A76-F4C5-35DF-DB2F85A1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AB201-8DEF-E3E8-8CA3-E19588F9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0B272-50D5-8062-311A-8D8228EB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5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3BE8-C5C4-7C52-574E-1A152D04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D3EE-0C43-7E16-F7CE-1E3DCCD5B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22925-FDFC-2596-5CB1-4F8F2BDA7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48A91-925A-228F-4FBC-851D3C5A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0EE75-F630-2A78-0AD4-1B0CE888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3362A-9352-4196-94EA-37635610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5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DE45-86D6-9862-FA57-099E0646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FAFBF-2700-93DC-5687-5BFFF8DBF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591D3-39B9-A9FD-65AB-B79D4DBD8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1964A-7300-7AC9-8FE7-6FC68A6A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7D0D3-77ED-8EB5-ADAA-3C36183C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F3685-D7F3-0F68-5B75-60E194F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6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7EFA-665A-4266-C8E2-AD9768B4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FD59B-431D-3B7F-1A88-1DF7EFCEC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D51B5-F154-B1E0-68B8-4542A410B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77C9-8981-50FF-330C-6AB18C84A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72F46-4027-3D99-A57C-EE97B927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2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6161C-FE8B-B7B6-865A-28ED4963D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08EE4-1F11-FFB7-0764-ECC233FED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A1BD0-46D8-1C6B-DA92-1E219A4C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F1EF8-04EC-D7A5-D65A-CA359259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57D06-3679-D724-E54A-DA32B5BBB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4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A3F2E-5238-C670-2A23-FB3A5F5D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07747-91BC-AD4F-E16F-FFC77DCCB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3865-0B6C-4207-D62F-7325BFD6A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BBAB3-567D-B244-943F-6262E8DCE22B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54F52-812F-72CA-7A40-DF915D485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6236E-FCFC-921D-E3CC-2F61151EE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D18D6-1224-674E-8E77-5931192DE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3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7556204" y="2792504"/>
            <a:ext cx="1938221" cy="687444"/>
            <a:chOff x="7118054" y="2792504"/>
            <a:chExt cx="1938221" cy="68744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CF3A9A9-7B2F-6B9D-7FB3-01FFED1683F5}"/>
                </a:ext>
              </a:extLst>
            </p:cNvPr>
            <p:cNvGrpSpPr/>
            <p:nvPr/>
          </p:nvGrpSpPr>
          <p:grpSpPr>
            <a:xfrm>
              <a:off x="7118054" y="2792504"/>
              <a:ext cx="462740" cy="687444"/>
              <a:chOff x="4910665" y="1251928"/>
              <a:chExt cx="2795367" cy="4152785"/>
            </a:xfrm>
          </p:grpSpPr>
          <p:sp>
            <p:nvSpPr>
              <p:cNvPr id="29" name="Parallelogram 28">
                <a:extLst>
                  <a:ext uri="{FF2B5EF4-FFF2-40B4-BE49-F238E27FC236}">
                    <a16:creationId xmlns:a16="http://schemas.microsoft.com/office/drawing/2014/main" id="{36CBB4D6-0BEB-3BE8-F341-1F254AC81B33}"/>
                  </a:ext>
                </a:extLst>
              </p:cNvPr>
              <p:cNvSpPr/>
              <p:nvPr/>
            </p:nvSpPr>
            <p:spPr>
              <a:xfrm rot="5400000">
                <a:off x="4888629" y="1273964"/>
                <a:ext cx="1294356" cy="1250284"/>
              </a:xfrm>
              <a:prstGeom prst="parallelogram">
                <a:avLst>
                  <a:gd name="adj" fmla="val 66849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30" name="Parallelogram 29">
                <a:extLst>
                  <a:ext uri="{FF2B5EF4-FFF2-40B4-BE49-F238E27FC236}">
                    <a16:creationId xmlns:a16="http://schemas.microsoft.com/office/drawing/2014/main" id="{F583D4A5-53C9-2EA9-7FE6-8303412B4A9F}"/>
                  </a:ext>
                </a:extLst>
              </p:cNvPr>
              <p:cNvSpPr/>
              <p:nvPr/>
            </p:nvSpPr>
            <p:spPr>
              <a:xfrm rot="9000000">
                <a:off x="5018415" y="3442745"/>
                <a:ext cx="2574065" cy="401818"/>
              </a:xfrm>
              <a:prstGeom prst="parallelogram">
                <a:avLst>
                  <a:gd name="adj" fmla="val 5843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0AFF3CA7-3AA2-B50A-F8F5-9400BF6B014D}"/>
                  </a:ext>
                </a:extLst>
              </p:cNvPr>
              <p:cNvSpPr/>
              <p:nvPr/>
            </p:nvSpPr>
            <p:spPr>
              <a:xfrm rot="5400000">
                <a:off x="3499311" y="2663287"/>
                <a:ext cx="3211745" cy="389030"/>
              </a:xfrm>
              <a:prstGeom prst="parallelogram">
                <a:avLst>
                  <a:gd name="adj" fmla="val 6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Parallelogram 31">
                <a:extLst>
                  <a:ext uri="{FF2B5EF4-FFF2-40B4-BE49-F238E27FC236}">
                    <a16:creationId xmlns:a16="http://schemas.microsoft.com/office/drawing/2014/main" id="{C172E906-F4F1-70E8-E755-7791FD92FC5E}"/>
                  </a:ext>
                </a:extLst>
              </p:cNvPr>
              <p:cNvSpPr/>
              <p:nvPr/>
            </p:nvSpPr>
            <p:spPr>
              <a:xfrm rot="5400000">
                <a:off x="4577657" y="3080858"/>
                <a:ext cx="2777552" cy="389030"/>
              </a:xfrm>
              <a:prstGeom prst="parallelogram">
                <a:avLst>
                  <a:gd name="adj" fmla="val 6503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2" name="Trapezium 1">
                <a:extLst>
                  <a:ext uri="{FF2B5EF4-FFF2-40B4-BE49-F238E27FC236}">
                    <a16:creationId xmlns:a16="http://schemas.microsoft.com/office/drawing/2014/main" id="{3D9E27F7-B71C-9298-9FB6-808867FAB1E7}"/>
                  </a:ext>
                </a:extLst>
              </p:cNvPr>
              <p:cNvSpPr/>
              <p:nvPr/>
            </p:nvSpPr>
            <p:spPr>
              <a:xfrm rot="5400000">
                <a:off x="6224175" y="3922857"/>
                <a:ext cx="2574913" cy="388800"/>
              </a:xfrm>
              <a:prstGeom prst="trapezoid">
                <a:avLst>
                  <a:gd name="adj" fmla="val 7969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3" name="Trapezium 2">
                <a:extLst>
                  <a:ext uri="{FF2B5EF4-FFF2-40B4-BE49-F238E27FC236}">
                    <a16:creationId xmlns:a16="http://schemas.microsoft.com/office/drawing/2014/main" id="{5F6A3BED-89F2-E45E-E350-A8C41B070B18}"/>
                  </a:ext>
                </a:extLst>
              </p:cNvPr>
              <p:cNvSpPr/>
              <p:nvPr/>
            </p:nvSpPr>
            <p:spPr>
              <a:xfrm rot="1972175">
                <a:off x="6713898" y="4838136"/>
                <a:ext cx="769810" cy="388800"/>
              </a:xfrm>
              <a:prstGeom prst="trapezoid">
                <a:avLst>
                  <a:gd name="adj" fmla="val 51609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4" name="Trapezium 3">
                <a:extLst>
                  <a:ext uri="{FF2B5EF4-FFF2-40B4-BE49-F238E27FC236}">
                    <a16:creationId xmlns:a16="http://schemas.microsoft.com/office/drawing/2014/main" id="{5B9D93AE-9AE5-B7C6-FC9F-C9261046C6B6}"/>
                  </a:ext>
                </a:extLst>
              </p:cNvPr>
              <p:cNvSpPr/>
              <p:nvPr/>
            </p:nvSpPr>
            <p:spPr>
              <a:xfrm rot="12772630">
                <a:off x="5973626" y="4400886"/>
                <a:ext cx="871452" cy="388800"/>
              </a:xfrm>
              <a:prstGeom prst="trapezoid">
                <a:avLst>
                  <a:gd name="adj" fmla="val 524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3214AE-ED7E-688C-75AA-525A5E30BD8A}"/>
                </a:ext>
              </a:extLst>
            </p:cNvPr>
            <p:cNvSpPr txBox="1"/>
            <p:nvPr/>
          </p:nvSpPr>
          <p:spPr>
            <a:xfrm>
              <a:off x="7741491" y="2843838"/>
              <a:ext cx="131478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LUMOS</a:t>
              </a:r>
              <a:endPara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F3A9A9-7B2F-6B9D-7FB3-01FFED1683F5}"/>
              </a:ext>
            </a:extLst>
          </p:cNvPr>
          <p:cNvGrpSpPr/>
          <p:nvPr/>
        </p:nvGrpSpPr>
        <p:grpSpPr>
          <a:xfrm>
            <a:off x="1948805" y="1112781"/>
            <a:ext cx="2795367" cy="4152785"/>
            <a:chOff x="4910665" y="1251928"/>
            <a:chExt cx="2795367" cy="4152785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36CBB4D6-0BEB-3BE8-F341-1F254AC81B33}"/>
                </a:ext>
              </a:extLst>
            </p:cNvPr>
            <p:cNvSpPr/>
            <p:nvPr/>
          </p:nvSpPr>
          <p:spPr>
            <a:xfrm rot="5400000">
              <a:off x="4888629" y="1273964"/>
              <a:ext cx="1294356" cy="1250284"/>
            </a:xfrm>
            <a:prstGeom prst="parallelogram">
              <a:avLst>
                <a:gd name="adj" fmla="val 66849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583D4A5-53C9-2EA9-7FE6-8303412B4A9F}"/>
                </a:ext>
              </a:extLst>
            </p:cNvPr>
            <p:cNvSpPr/>
            <p:nvPr/>
          </p:nvSpPr>
          <p:spPr>
            <a:xfrm rot="9000000">
              <a:off x="5018415" y="3442745"/>
              <a:ext cx="2574065" cy="401818"/>
            </a:xfrm>
            <a:prstGeom prst="parallelogram">
              <a:avLst>
                <a:gd name="adj" fmla="val 58434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AFF3CA7-3AA2-B50A-F8F5-9400BF6B014D}"/>
                </a:ext>
              </a:extLst>
            </p:cNvPr>
            <p:cNvSpPr/>
            <p:nvPr/>
          </p:nvSpPr>
          <p:spPr>
            <a:xfrm rot="5400000">
              <a:off x="3499311" y="2663287"/>
              <a:ext cx="3211745" cy="389030"/>
            </a:xfrm>
            <a:prstGeom prst="parallelogram">
              <a:avLst>
                <a:gd name="adj" fmla="val 6739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172E906-F4F1-70E8-E755-7791FD92FC5E}"/>
                </a:ext>
              </a:extLst>
            </p:cNvPr>
            <p:cNvSpPr/>
            <p:nvPr/>
          </p:nvSpPr>
          <p:spPr>
            <a:xfrm rot="5400000">
              <a:off x="4577657" y="3080858"/>
              <a:ext cx="2777552" cy="389030"/>
            </a:xfrm>
            <a:prstGeom prst="parallelogram">
              <a:avLst>
                <a:gd name="adj" fmla="val 6503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6" name="Trapezium 1">
              <a:extLst>
                <a:ext uri="{FF2B5EF4-FFF2-40B4-BE49-F238E27FC236}">
                  <a16:creationId xmlns:a16="http://schemas.microsoft.com/office/drawing/2014/main" id="{3D9E27F7-B71C-9298-9FB6-808867FAB1E7}"/>
                </a:ext>
              </a:extLst>
            </p:cNvPr>
            <p:cNvSpPr/>
            <p:nvPr/>
          </p:nvSpPr>
          <p:spPr>
            <a:xfrm rot="5400000">
              <a:off x="6224175" y="3922857"/>
              <a:ext cx="2574913" cy="388800"/>
            </a:xfrm>
            <a:prstGeom prst="trapezoid">
              <a:avLst>
                <a:gd name="adj" fmla="val 7969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8" name="Trapezium 2">
              <a:extLst>
                <a:ext uri="{FF2B5EF4-FFF2-40B4-BE49-F238E27FC236}">
                  <a16:creationId xmlns:a16="http://schemas.microsoft.com/office/drawing/2014/main" id="{5F6A3BED-89F2-E45E-E350-A8C41B070B18}"/>
                </a:ext>
              </a:extLst>
            </p:cNvPr>
            <p:cNvSpPr/>
            <p:nvPr/>
          </p:nvSpPr>
          <p:spPr>
            <a:xfrm rot="1972175">
              <a:off x="6713898" y="4838136"/>
              <a:ext cx="769810" cy="388800"/>
            </a:xfrm>
            <a:prstGeom prst="trapezoid">
              <a:avLst>
                <a:gd name="adj" fmla="val 51609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20" name="Trapezium 3">
              <a:extLst>
                <a:ext uri="{FF2B5EF4-FFF2-40B4-BE49-F238E27FC236}">
                  <a16:creationId xmlns:a16="http://schemas.microsoft.com/office/drawing/2014/main" id="{5B9D93AE-9AE5-B7C6-FC9F-C9261046C6B6}"/>
                </a:ext>
              </a:extLst>
            </p:cNvPr>
            <p:cNvSpPr/>
            <p:nvPr/>
          </p:nvSpPr>
          <p:spPr>
            <a:xfrm rot="12772630">
              <a:off x="5973626" y="4400886"/>
              <a:ext cx="871452" cy="388800"/>
            </a:xfrm>
            <a:prstGeom prst="trapezoid">
              <a:avLst>
                <a:gd name="adj" fmla="val 5247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65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84D5-F841-960D-530F-EF7FC517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B54642D-E256-29CA-1FE0-DEF680AE0640}"/>
              </a:ext>
            </a:extLst>
          </p:cNvPr>
          <p:cNvGrpSpPr/>
          <p:nvPr/>
        </p:nvGrpSpPr>
        <p:grpSpPr>
          <a:xfrm>
            <a:off x="299721" y="1389575"/>
            <a:ext cx="2575364" cy="3709659"/>
            <a:chOff x="6010251" y="646457"/>
            <a:chExt cx="3921203" cy="5648260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1C0E3E6A-D7AF-E5F6-2D04-8BD4B296B256}"/>
                </a:ext>
              </a:extLst>
            </p:cNvPr>
            <p:cNvSpPr/>
            <p:nvPr/>
          </p:nvSpPr>
          <p:spPr>
            <a:xfrm rot="5400000">
              <a:off x="5981314" y="687424"/>
              <a:ext cx="1699703" cy="1641829"/>
            </a:xfrm>
            <a:prstGeom prst="parallelogram">
              <a:avLst>
                <a:gd name="adj" fmla="val 6684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AC260AE3-A06E-5416-7911-6FBCF6ED57F6}"/>
                </a:ext>
              </a:extLst>
            </p:cNvPr>
            <p:cNvSpPr/>
            <p:nvPr/>
          </p:nvSpPr>
          <p:spPr>
            <a:xfrm rot="9000000">
              <a:off x="6151745" y="3523358"/>
              <a:ext cx="3380172" cy="527653"/>
            </a:xfrm>
            <a:prstGeom prst="parallelogram">
              <a:avLst>
                <a:gd name="adj" fmla="val 58434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D23839F-C457-9C42-ABAE-F6A91A608189}"/>
                </a:ext>
              </a:extLst>
            </p:cNvPr>
            <p:cNvSpPr/>
            <p:nvPr/>
          </p:nvSpPr>
          <p:spPr>
            <a:xfrm rot="5400000">
              <a:off x="4156911" y="2499801"/>
              <a:ext cx="4217550" cy="510861"/>
            </a:xfrm>
            <a:prstGeom prst="parallelogram">
              <a:avLst>
                <a:gd name="adj" fmla="val 67393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00DA748-8225-49C7-DF30-C97FC832CBE4}"/>
                </a:ext>
              </a:extLst>
            </p:cNvPr>
            <p:cNvSpPr/>
            <p:nvPr/>
          </p:nvSpPr>
          <p:spPr>
            <a:xfrm rot="5400000">
              <a:off x="5594298" y="3026801"/>
              <a:ext cx="3604703" cy="510861"/>
            </a:xfrm>
            <a:prstGeom prst="parallelogram">
              <a:avLst>
                <a:gd name="adj" fmla="val 6503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A0FC5FD-7398-2AB5-F019-63EEECC1ACFB}"/>
                </a:ext>
              </a:extLst>
            </p:cNvPr>
            <p:cNvSpPr/>
            <p:nvPr/>
          </p:nvSpPr>
          <p:spPr>
            <a:xfrm rot="5400000">
              <a:off x="7235903" y="4103596"/>
              <a:ext cx="1896209" cy="2085577"/>
            </a:xfrm>
            <a:prstGeom prst="parallelogram">
              <a:avLst>
                <a:gd name="adj" fmla="val 7003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1A3E63B5-2969-E2B8-A391-5ACC1AC7FFE9}"/>
                </a:ext>
              </a:extLst>
            </p:cNvPr>
            <p:cNvSpPr/>
            <p:nvPr/>
          </p:nvSpPr>
          <p:spPr>
            <a:xfrm rot="5400000">
              <a:off x="7658625" y="4217580"/>
              <a:ext cx="3518699" cy="510861"/>
            </a:xfrm>
            <a:prstGeom prst="parallelogram">
              <a:avLst>
                <a:gd name="adj" fmla="val 41486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01EB55-1D7F-52D6-2F43-19A89630F782}"/>
                </a:ext>
              </a:extLst>
            </p:cNvPr>
            <p:cNvSpPr/>
            <p:nvPr/>
          </p:nvSpPr>
          <p:spPr>
            <a:xfrm rot="19797379">
              <a:off x="7582926" y="5217245"/>
              <a:ext cx="1488724" cy="240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161805-24A5-B653-84F8-795150960F55}"/>
                </a:ext>
              </a:extLst>
            </p:cNvPr>
            <p:cNvSpPr/>
            <p:nvPr/>
          </p:nvSpPr>
          <p:spPr>
            <a:xfrm rot="19797379">
              <a:off x="9081384" y="5853733"/>
              <a:ext cx="850070" cy="440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85BB96-AF66-88D6-62CD-EA47E263C1A9}"/>
              </a:ext>
            </a:extLst>
          </p:cNvPr>
          <p:cNvGrpSpPr/>
          <p:nvPr/>
        </p:nvGrpSpPr>
        <p:grpSpPr>
          <a:xfrm>
            <a:off x="3416515" y="1362260"/>
            <a:ext cx="2593818" cy="3764290"/>
            <a:chOff x="6010251" y="646455"/>
            <a:chExt cx="3939839" cy="5717709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53939855-86EF-5F75-8D00-21D1EB236064}"/>
                </a:ext>
              </a:extLst>
            </p:cNvPr>
            <p:cNvSpPr/>
            <p:nvPr/>
          </p:nvSpPr>
          <p:spPr>
            <a:xfrm rot="5400000">
              <a:off x="5981314" y="675392"/>
              <a:ext cx="1699703" cy="1641829"/>
            </a:xfrm>
            <a:prstGeom prst="parallelogram">
              <a:avLst>
                <a:gd name="adj" fmla="val 66849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804EDEE2-AD5F-78E5-E020-04EB09106AE1}"/>
                </a:ext>
              </a:extLst>
            </p:cNvPr>
            <p:cNvSpPr/>
            <p:nvPr/>
          </p:nvSpPr>
          <p:spPr>
            <a:xfrm rot="9000000">
              <a:off x="6151745" y="3523358"/>
              <a:ext cx="3380172" cy="527653"/>
            </a:xfrm>
            <a:prstGeom prst="parallelogram">
              <a:avLst>
                <a:gd name="adj" fmla="val 58434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C2A53F97-9A9A-F2CC-7A7A-39AB03529DFD}"/>
                </a:ext>
              </a:extLst>
            </p:cNvPr>
            <p:cNvSpPr/>
            <p:nvPr/>
          </p:nvSpPr>
          <p:spPr>
            <a:xfrm rot="5400000">
              <a:off x="4156911" y="2499801"/>
              <a:ext cx="4217550" cy="510861"/>
            </a:xfrm>
            <a:prstGeom prst="parallelogram">
              <a:avLst>
                <a:gd name="adj" fmla="val 6739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5F7059F4-B770-6081-2D2C-83C3457BC44A}"/>
                </a:ext>
              </a:extLst>
            </p:cNvPr>
            <p:cNvSpPr/>
            <p:nvPr/>
          </p:nvSpPr>
          <p:spPr>
            <a:xfrm rot="5400000">
              <a:off x="5594298" y="3026801"/>
              <a:ext cx="3604703" cy="510861"/>
            </a:xfrm>
            <a:prstGeom prst="parallelogram">
              <a:avLst>
                <a:gd name="adj" fmla="val 6503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87999263-CC16-93D3-4DDA-80444F6CB532}"/>
                </a:ext>
              </a:extLst>
            </p:cNvPr>
            <p:cNvSpPr/>
            <p:nvPr/>
          </p:nvSpPr>
          <p:spPr>
            <a:xfrm rot="5400000">
              <a:off x="7235903" y="4103596"/>
              <a:ext cx="1896209" cy="2085577"/>
            </a:xfrm>
            <a:prstGeom prst="parallelogram">
              <a:avLst>
                <a:gd name="adj" fmla="val 70036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CACA65B8-EB40-C277-C062-9F2409DEEB2A}"/>
                </a:ext>
              </a:extLst>
            </p:cNvPr>
            <p:cNvSpPr/>
            <p:nvPr/>
          </p:nvSpPr>
          <p:spPr>
            <a:xfrm rot="5400000">
              <a:off x="7615623" y="4260581"/>
              <a:ext cx="3604702" cy="510861"/>
            </a:xfrm>
            <a:prstGeom prst="parallelogram">
              <a:avLst>
                <a:gd name="adj" fmla="val 76813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1D76A4D-D939-460E-0AA2-6D984B250B2B}"/>
                </a:ext>
              </a:extLst>
            </p:cNvPr>
            <p:cNvSpPr/>
            <p:nvPr/>
          </p:nvSpPr>
          <p:spPr>
            <a:xfrm rot="19797379">
              <a:off x="7582926" y="5217245"/>
              <a:ext cx="1488724" cy="240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027C67B-0E86-8492-C270-C5EB62415DC0}"/>
                </a:ext>
              </a:extLst>
            </p:cNvPr>
            <p:cNvSpPr/>
            <p:nvPr/>
          </p:nvSpPr>
          <p:spPr>
            <a:xfrm rot="19797379">
              <a:off x="9100020" y="5848732"/>
              <a:ext cx="850070" cy="515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C66DAF2-C14A-6CF1-EAF2-D101C8FCE7B8}"/>
              </a:ext>
            </a:extLst>
          </p:cNvPr>
          <p:cNvGrpSpPr/>
          <p:nvPr/>
        </p:nvGrpSpPr>
        <p:grpSpPr>
          <a:xfrm>
            <a:off x="6519089" y="1332107"/>
            <a:ext cx="2593818" cy="3764290"/>
            <a:chOff x="6010251" y="646455"/>
            <a:chExt cx="3939839" cy="5717709"/>
          </a:xfrm>
        </p:grpSpPr>
        <p:sp>
          <p:nvSpPr>
            <p:cNvPr id="3" name="Parallelogram 2">
              <a:extLst>
                <a:ext uri="{FF2B5EF4-FFF2-40B4-BE49-F238E27FC236}">
                  <a16:creationId xmlns:a16="http://schemas.microsoft.com/office/drawing/2014/main" id="{CA451CB8-05FD-9F3C-45C9-8363BFB703C9}"/>
                </a:ext>
              </a:extLst>
            </p:cNvPr>
            <p:cNvSpPr/>
            <p:nvPr/>
          </p:nvSpPr>
          <p:spPr>
            <a:xfrm rot="5400000">
              <a:off x="5981314" y="675392"/>
              <a:ext cx="1699703" cy="1641829"/>
            </a:xfrm>
            <a:prstGeom prst="parallelogram">
              <a:avLst>
                <a:gd name="adj" fmla="val 66849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3B9E3505-BED1-0449-2C20-26D182439EB5}"/>
                </a:ext>
              </a:extLst>
            </p:cNvPr>
            <p:cNvSpPr/>
            <p:nvPr/>
          </p:nvSpPr>
          <p:spPr>
            <a:xfrm rot="9000000">
              <a:off x="6151745" y="3523358"/>
              <a:ext cx="3380172" cy="527653"/>
            </a:xfrm>
            <a:prstGeom prst="parallelogram">
              <a:avLst>
                <a:gd name="adj" fmla="val 58434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2D68657E-7431-7918-C8B4-FF60B10D7DD6}"/>
                </a:ext>
              </a:extLst>
            </p:cNvPr>
            <p:cNvSpPr/>
            <p:nvPr/>
          </p:nvSpPr>
          <p:spPr>
            <a:xfrm rot="5400000">
              <a:off x="4156911" y="2499801"/>
              <a:ext cx="4217550" cy="510861"/>
            </a:xfrm>
            <a:prstGeom prst="parallelogram">
              <a:avLst>
                <a:gd name="adj" fmla="val 67393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2717EAAF-224F-9483-863D-C3B2A5F8E72D}"/>
                </a:ext>
              </a:extLst>
            </p:cNvPr>
            <p:cNvSpPr/>
            <p:nvPr/>
          </p:nvSpPr>
          <p:spPr>
            <a:xfrm rot="5400000">
              <a:off x="5594298" y="3026801"/>
              <a:ext cx="3604703" cy="510861"/>
            </a:xfrm>
            <a:prstGeom prst="parallelogram">
              <a:avLst>
                <a:gd name="adj" fmla="val 65037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839F919A-DBD3-2706-94F4-C12477D4F7C1}"/>
                </a:ext>
              </a:extLst>
            </p:cNvPr>
            <p:cNvSpPr/>
            <p:nvPr/>
          </p:nvSpPr>
          <p:spPr>
            <a:xfrm rot="5400000">
              <a:off x="7235903" y="4103596"/>
              <a:ext cx="1896209" cy="2085577"/>
            </a:xfrm>
            <a:prstGeom prst="parallelogram">
              <a:avLst>
                <a:gd name="adj" fmla="val 70036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AA9F5491-945D-6428-0473-D9C1C52DF906}"/>
                </a:ext>
              </a:extLst>
            </p:cNvPr>
            <p:cNvSpPr/>
            <p:nvPr/>
          </p:nvSpPr>
          <p:spPr>
            <a:xfrm rot="5400000">
              <a:off x="7615623" y="4260581"/>
              <a:ext cx="3604702" cy="510861"/>
            </a:xfrm>
            <a:prstGeom prst="parallelogram">
              <a:avLst>
                <a:gd name="adj" fmla="val 76813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679D51-3D88-2D84-0B10-AD58C010A707}"/>
                </a:ext>
              </a:extLst>
            </p:cNvPr>
            <p:cNvSpPr/>
            <p:nvPr/>
          </p:nvSpPr>
          <p:spPr>
            <a:xfrm rot="19797379">
              <a:off x="7582926" y="5217245"/>
              <a:ext cx="1488724" cy="240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F023877-C2C6-EF53-40B5-A73423E406AA}"/>
                </a:ext>
              </a:extLst>
            </p:cNvPr>
            <p:cNvSpPr/>
            <p:nvPr/>
          </p:nvSpPr>
          <p:spPr>
            <a:xfrm rot="19797379">
              <a:off x="9100020" y="5848732"/>
              <a:ext cx="850070" cy="515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617146-C91D-5818-5A41-29A8E2237913}"/>
              </a:ext>
            </a:extLst>
          </p:cNvPr>
          <p:cNvGrpSpPr/>
          <p:nvPr/>
        </p:nvGrpSpPr>
        <p:grpSpPr>
          <a:xfrm>
            <a:off x="9502745" y="1389575"/>
            <a:ext cx="2625833" cy="3782358"/>
            <a:chOff x="6010251" y="646455"/>
            <a:chExt cx="3921203" cy="5648262"/>
          </a:xfrm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21D0088A-95BC-9B43-F600-D771AFF0FE4A}"/>
                </a:ext>
              </a:extLst>
            </p:cNvPr>
            <p:cNvSpPr/>
            <p:nvPr/>
          </p:nvSpPr>
          <p:spPr>
            <a:xfrm rot="5400000">
              <a:off x="5981314" y="675392"/>
              <a:ext cx="1699703" cy="1641829"/>
            </a:xfrm>
            <a:prstGeom prst="parallelogram">
              <a:avLst>
                <a:gd name="adj" fmla="val 66849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23048F5-56D7-2906-7240-2EF314F12027}"/>
                </a:ext>
              </a:extLst>
            </p:cNvPr>
            <p:cNvSpPr/>
            <p:nvPr/>
          </p:nvSpPr>
          <p:spPr>
            <a:xfrm rot="9000000">
              <a:off x="6151745" y="3523358"/>
              <a:ext cx="3380172" cy="527653"/>
            </a:xfrm>
            <a:prstGeom prst="parallelogram">
              <a:avLst>
                <a:gd name="adj" fmla="val 58434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831969E-1F99-3CEF-A5AF-6662A0CBBAFE}"/>
                </a:ext>
              </a:extLst>
            </p:cNvPr>
            <p:cNvSpPr/>
            <p:nvPr/>
          </p:nvSpPr>
          <p:spPr>
            <a:xfrm rot="5400000">
              <a:off x="4156911" y="2499801"/>
              <a:ext cx="4217550" cy="510861"/>
            </a:xfrm>
            <a:prstGeom prst="parallelogram">
              <a:avLst>
                <a:gd name="adj" fmla="val 6739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7F2FCE17-1573-8F28-42EE-979450E5D0BA}"/>
                </a:ext>
              </a:extLst>
            </p:cNvPr>
            <p:cNvSpPr/>
            <p:nvPr/>
          </p:nvSpPr>
          <p:spPr>
            <a:xfrm rot="5400000">
              <a:off x="5594298" y="3026801"/>
              <a:ext cx="3604703" cy="510861"/>
            </a:xfrm>
            <a:prstGeom prst="parallelogram">
              <a:avLst>
                <a:gd name="adj" fmla="val 6503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418D782-AF50-A6BE-1681-AB447402EA69}"/>
                </a:ext>
              </a:extLst>
            </p:cNvPr>
            <p:cNvSpPr/>
            <p:nvPr/>
          </p:nvSpPr>
          <p:spPr>
            <a:xfrm rot="5400000">
              <a:off x="7235903" y="4103596"/>
              <a:ext cx="1896209" cy="2085577"/>
            </a:xfrm>
            <a:prstGeom prst="parallelogram">
              <a:avLst>
                <a:gd name="adj" fmla="val 70036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94CECEE1-417E-3655-B39A-DA180DD88995}"/>
                </a:ext>
              </a:extLst>
            </p:cNvPr>
            <p:cNvSpPr/>
            <p:nvPr/>
          </p:nvSpPr>
          <p:spPr>
            <a:xfrm rot="5400000">
              <a:off x="7658625" y="4217580"/>
              <a:ext cx="3518699" cy="510861"/>
            </a:xfrm>
            <a:prstGeom prst="parallelogram">
              <a:avLst>
                <a:gd name="adj" fmla="val 41486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9B7DFC0-DDDB-2577-A094-18B10D4FAC60}"/>
                </a:ext>
              </a:extLst>
            </p:cNvPr>
            <p:cNvSpPr/>
            <p:nvPr/>
          </p:nvSpPr>
          <p:spPr>
            <a:xfrm rot="19797379">
              <a:off x="7582926" y="5217245"/>
              <a:ext cx="1488724" cy="240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00A4F3D-D311-B3EE-641F-8397F2780B98}"/>
                </a:ext>
              </a:extLst>
            </p:cNvPr>
            <p:cNvSpPr/>
            <p:nvPr/>
          </p:nvSpPr>
          <p:spPr>
            <a:xfrm rot="19797379">
              <a:off x="9081384" y="5853733"/>
              <a:ext cx="850070" cy="440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388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between letter l and m or lm Royalty Free Vector Image">
            <a:extLst>
              <a:ext uri="{FF2B5EF4-FFF2-40B4-BE49-F238E27FC236}">
                <a16:creationId xmlns:a16="http://schemas.microsoft.com/office/drawing/2014/main" id="{B8651BEF-B1C5-9E00-5583-B012E6F56C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184"/>
          <a:stretch/>
        </p:blipFill>
        <p:spPr bwMode="auto">
          <a:xfrm>
            <a:off x="1289918" y="1408996"/>
            <a:ext cx="4988469" cy="311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letter l and m mark modern logo design template 10933381 Vector Art at  Vecteezy">
            <a:extLst>
              <a:ext uri="{FF2B5EF4-FFF2-40B4-BE49-F238E27FC236}">
                <a16:creationId xmlns:a16="http://schemas.microsoft.com/office/drawing/2014/main" id="{6F97EBDD-A210-1B5E-3022-7E812CAA59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0" t="26994" r="14523" b="41867"/>
          <a:stretch/>
        </p:blipFill>
        <p:spPr bwMode="auto">
          <a:xfrm>
            <a:off x="6730287" y="1732548"/>
            <a:ext cx="2489819" cy="282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m Logo Images – Browse 4,842 Stock Photos, Vectors, and Video | Adobe Stock">
            <a:extLst>
              <a:ext uri="{FF2B5EF4-FFF2-40B4-BE49-F238E27FC236}">
                <a16:creationId xmlns:a16="http://schemas.microsoft.com/office/drawing/2014/main" id="{93CE3D29-11DF-3027-1BE7-D8FF89522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05" y="1142999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3,355 個「Lm logo design」相關素材，包含圖片、庫存照片、3D 物體和向量圖| Shutterstock">
            <a:extLst>
              <a:ext uri="{FF2B5EF4-FFF2-40B4-BE49-F238E27FC236}">
                <a16:creationId xmlns:a16="http://schemas.microsoft.com/office/drawing/2014/main" id="{162D6F14-C3E3-1EB2-4891-510E3E6F8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18"/>
          <a:stretch/>
        </p:blipFill>
        <p:spPr bwMode="auto">
          <a:xfrm>
            <a:off x="5440805" y="1756227"/>
            <a:ext cx="5499100" cy="334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82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age 37 | Mjl Lettermark Logo - Free Vectors &amp; PSDs to Download">
            <a:extLst>
              <a:ext uri="{FF2B5EF4-FFF2-40B4-BE49-F238E27FC236}">
                <a16:creationId xmlns:a16="http://schemas.microsoft.com/office/drawing/2014/main" id="{3C88CCF7-7546-D535-2A9D-D22CAB380F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3" t="19349" r="30392" b="31710"/>
          <a:stretch/>
        </p:blipFill>
        <p:spPr bwMode="auto">
          <a:xfrm>
            <a:off x="4511843" y="2249904"/>
            <a:ext cx="2382253" cy="282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74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等线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CHEN</dc:creator>
  <cp:lastModifiedBy>Jie CHEN</cp:lastModifiedBy>
  <cp:revision>3</cp:revision>
  <dcterms:created xsi:type="dcterms:W3CDTF">2024-02-13T02:35:04Z</dcterms:created>
  <dcterms:modified xsi:type="dcterms:W3CDTF">2024-02-17T13:38:18Z</dcterms:modified>
</cp:coreProperties>
</file>